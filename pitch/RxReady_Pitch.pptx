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RxReady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go.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384048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Wellbeing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unprepared, overwhelmed, and unheard.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556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forget key symptoms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their appointment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556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with a doctor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word counts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7556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7220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healthcare alone,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guidance or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the one moment where being unprepared has real consequences.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" y="1499616"/>
            <a:ext cx="45720" cy="448056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88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35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RxReady your symptoms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" y="2368296"/>
            <a:ext cx="45720" cy="448056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56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follow-up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clinical picture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" y="3236976"/>
            <a:ext cx="45720" cy="448056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25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72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brief ready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patient and doctor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Prepared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card in hand,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lined up, confidence high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749040" cy="3474720"/>
          </a:xfrm>
          <a:prstGeom prst="roundRect">
            <a:avLst>
              <a:gd name="adj" fmla="val 3947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05840"/>
            <a:ext cx="3749040" cy="411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RxReady Chat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1600200"/>
            <a:ext cx="2148840" cy="402336"/>
          </a:xfrm>
          <a:prstGeom prst="roundRect">
            <a:avLst>
              <a:gd name="adj" fmla="val 2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600200"/>
            <a:ext cx="21488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had a headache for 3 days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221992"/>
            <a:ext cx="2148840" cy="402336"/>
          </a:xfrm>
          <a:prstGeom prst="roundRect">
            <a:avLst>
              <a:gd name="adj" fmla="val 22727"/>
            </a:avLst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221992"/>
            <a:ext cx="21488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pain constant or does it come and go?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843784"/>
            <a:ext cx="2148840" cy="402336"/>
          </a:xfrm>
          <a:prstGeom prst="roundRect">
            <a:avLst>
              <a:gd name="adj" fmla="val 2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843784"/>
            <a:ext cx="21488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worse in the evening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3465576"/>
            <a:ext cx="2148840" cy="402336"/>
          </a:xfrm>
          <a:prstGeom prst="roundRect">
            <a:avLst>
              <a:gd name="adj" fmla="val 22727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465576"/>
            <a:ext cx="21488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ready — tap to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Patient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You" tab — understand your health in plain English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3529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19072"/>
            <a:ext cx="91440" cy="914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jargon. Describes what's happening in language you actually understand.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67712"/>
            <a:ext cx="91440" cy="914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(3 items)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complaint, top severity symptom, and how long it's been going 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16352"/>
            <a:ext cx="91440" cy="914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This (2 items)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743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questions to raise — prioritized by Claude analysis.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364992"/>
            <a:ext cx="91440" cy="914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(1 item)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291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reminder: medications or allergies the doctor must know.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913632"/>
            <a:ext cx="91440" cy="914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Badge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840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/ Urgent / Emergency — pulses red when action is needed now.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Doctor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Your Doctor" tab — a clinical brief readable in 30 seconds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291840"/>
          </a:xfrm>
          <a:prstGeom prst="roundRect">
            <a:avLst>
              <a:gd name="adj" fmla="val 3333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headache with light sensitivity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406640" cy="1828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2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6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sensitivity 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2990088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3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99008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290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Save as PDF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9202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3408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symptoms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9202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3408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9202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3408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3408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313432"/>
            <a:ext cx="73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2432304" y="2240280"/>
            <a:ext cx="128016" cy="182880"/>
          </a:xfrm>
          <a:prstGeom prst="rtTriangl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313432"/>
            <a:ext cx="73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4352544" y="2240280"/>
            <a:ext cx="128016" cy="182880"/>
          </a:xfrm>
          <a:prstGeom prst="rtTriangl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313432"/>
            <a:ext cx="73152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6272784" y="2240280"/>
            <a:ext cx="128016" cy="182880"/>
          </a:xfrm>
          <a:prstGeom prst="rtTriangl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743200"/>
            <a:ext cx="36576" cy="411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79008" y="3136392"/>
            <a:ext cx="192024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79008" y="3136392"/>
            <a:ext cx="36576" cy="3200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347472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1122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502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Card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62672" y="3136392"/>
            <a:ext cx="36576" cy="3200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5160" y="347472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502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37490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Brief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Win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27048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Both Sides of the Room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7335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health apps help only patients. RxReady generates a patient prep card AND a clinical brief the doctor can read in 30 seconds — one tool, two audiences.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61488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Questions, Not Diagnoses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90779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analysis surfaces important symptoms as questions to ask — never as conclusions. Safe, legally defensible, and empowering without overstepping.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95928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in One Click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4223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DoctorBrief component includes a full print stylesheet. Clean black-on-white, formatted for a clipboard. Offline. No app required at the appointment.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live.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RxReady — hackathon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1223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 + $500 API Credits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9718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Place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2026-04-24T23:03:37Z</dcterms:created>
  <dcterms:modified xsi:type="dcterms:W3CDTF">2026-04-24T23:03:37Z</dcterms:modified>
</cp:coreProperties>
</file>